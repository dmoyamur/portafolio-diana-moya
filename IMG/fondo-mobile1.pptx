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81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19C52-A0DC-4A37-AEBB-D44C31940C66}" type="datetimeFigureOut">
              <a:rPr lang="es-CO" smtClean="0"/>
              <a:t>28/02/2026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4DB81-1AC4-48EA-98BC-736CB12A969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47265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19C52-A0DC-4A37-AEBB-D44C31940C66}" type="datetimeFigureOut">
              <a:rPr lang="es-CO" smtClean="0"/>
              <a:t>28/02/2026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4DB81-1AC4-48EA-98BC-736CB12A969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84308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19C52-A0DC-4A37-AEBB-D44C31940C66}" type="datetimeFigureOut">
              <a:rPr lang="es-CO" smtClean="0"/>
              <a:t>28/02/2026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4DB81-1AC4-48EA-98BC-736CB12A969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174136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19C52-A0DC-4A37-AEBB-D44C31940C66}" type="datetimeFigureOut">
              <a:rPr lang="es-CO" smtClean="0"/>
              <a:t>28/02/2026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4DB81-1AC4-48EA-98BC-736CB12A969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011036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19C52-A0DC-4A37-AEBB-D44C31940C66}" type="datetimeFigureOut">
              <a:rPr lang="es-CO" smtClean="0"/>
              <a:t>28/02/2026</a:t>
            </a:fld>
            <a:endParaRPr lang="es-C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4DB81-1AC4-48EA-98BC-736CB12A969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274605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19C52-A0DC-4A37-AEBB-D44C31940C66}" type="datetimeFigureOut">
              <a:rPr lang="es-CO" smtClean="0"/>
              <a:t>28/02/2026</a:t>
            </a:fld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4DB81-1AC4-48EA-98BC-736CB12A969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58602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19C52-A0DC-4A37-AEBB-D44C31940C66}" type="datetimeFigureOut">
              <a:rPr lang="es-CO" smtClean="0"/>
              <a:t>28/02/2026</a:t>
            </a:fld>
            <a:endParaRPr lang="es-C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4DB81-1AC4-48EA-98BC-736CB12A969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143158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19C52-A0DC-4A37-AEBB-D44C31940C66}" type="datetimeFigureOut">
              <a:rPr lang="es-CO" smtClean="0"/>
              <a:t>28/02/2026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4DB81-1AC4-48EA-98BC-736CB12A969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580501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19C52-A0DC-4A37-AEBB-D44C31940C66}" type="datetimeFigureOut">
              <a:rPr lang="es-CO" smtClean="0"/>
              <a:t>28/02/2026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4DB81-1AC4-48EA-98BC-736CB12A969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09959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19C52-A0DC-4A37-AEBB-D44C31940C66}" type="datetimeFigureOut">
              <a:rPr lang="es-CO" smtClean="0"/>
              <a:t>28/02/2026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4DB81-1AC4-48EA-98BC-736CB12A969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731408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19C52-A0DC-4A37-AEBB-D44C31940C66}" type="datetimeFigureOut">
              <a:rPr lang="es-CO" smtClean="0"/>
              <a:t>28/02/2026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4DB81-1AC4-48EA-98BC-736CB12A969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708031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319C52-A0DC-4A37-AEBB-D44C31940C66}" type="datetimeFigureOut">
              <a:rPr lang="es-CO" smtClean="0"/>
              <a:t>28/02/2026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54DB81-1AC4-48EA-98BC-736CB12A969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34592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C78D87-7EBE-5041-AC51-12C1B0F8F62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02F898F-32DB-91DE-A8B6-76CA457838A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AAB600D-1391-39A5-D381-E3E9EFD9D2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-1" y="0"/>
            <a:ext cx="9144001" cy="6858000"/>
          </a:xfrm>
          <a:prstGeom prst="rect">
            <a:avLst/>
          </a:prstGeom>
        </p:spPr>
      </p:pic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0D55FB5C-1373-2939-9E54-160095E22F24}"/>
              </a:ext>
            </a:extLst>
          </p:cNvPr>
          <p:cNvSpPr/>
          <p:nvPr/>
        </p:nvSpPr>
        <p:spPr>
          <a:xfrm>
            <a:off x="4078819" y="956734"/>
            <a:ext cx="1873248" cy="510912"/>
          </a:xfrm>
          <a:prstGeom prst="round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600" dirty="0">
                <a:solidFill>
                  <a:schemeClr val="tx1"/>
                </a:solidFill>
                <a:latin typeface="Brush Script MT" panose="03060802040406070304" pitchFamily="66" charset="0"/>
              </a:rPr>
              <a:t>Diana Yeimy Moya M.</a:t>
            </a:r>
          </a:p>
          <a:p>
            <a:pPr algn="ctr"/>
            <a:r>
              <a:rPr lang="es-CO" sz="1600" dirty="0">
                <a:solidFill>
                  <a:schemeClr val="tx1"/>
                </a:solidFill>
                <a:latin typeface="Brush Script MT" panose="03060802040406070304" pitchFamily="66" charset="0"/>
              </a:rPr>
              <a:t>Ing. De Software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A14A458B-6463-CA2C-B449-8AF39D4994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696" t="23639" r="31423" b="19090"/>
          <a:stretch/>
        </p:blipFill>
        <p:spPr>
          <a:xfrm>
            <a:off x="3071224" y="30163"/>
            <a:ext cx="1204442" cy="1439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064463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18</TotalTime>
  <Words>9</Words>
  <Application>Microsoft Office PowerPoint</Application>
  <PresentationFormat>Presentación en pantalla (4:3)</PresentationFormat>
  <Paragraphs>2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6" baseType="lpstr">
      <vt:lpstr>Arial</vt:lpstr>
      <vt:lpstr>Brush Script MT</vt:lpstr>
      <vt:lpstr>Calibri</vt:lpstr>
      <vt:lpstr>Calibri Light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Yeimy Moya</dc:creator>
  <cp:lastModifiedBy>Yeimy Moya</cp:lastModifiedBy>
  <cp:revision>6</cp:revision>
  <dcterms:created xsi:type="dcterms:W3CDTF">2026-03-01T00:26:49Z</dcterms:created>
  <dcterms:modified xsi:type="dcterms:W3CDTF">2026-03-01T00:44:59Z</dcterms:modified>
</cp:coreProperties>
</file>